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00abce70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00abce70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00abce70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00abce70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00abce70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00abce70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0abce70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00abce70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0abce70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00abce70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0e2354c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00e2354c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00abce70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00abce70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00abce70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00abce70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00abce70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00abce70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00abce70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00abce70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00abce70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00abce70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00abce70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00abce70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earn.microsoft.com/en-us/windows/win32/fileio/exfat-specification" TargetMode="External"/><Relationship Id="rId4" Type="http://schemas.openxmlformats.org/officeDocument/2006/relationships/hyperlink" Target="https://www.sdcard.or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kingston.com" TargetMode="External"/><Relationship Id="rId4" Type="http://schemas.openxmlformats.org/officeDocument/2006/relationships/hyperlink" Target="https://www.westerndigital.com" TargetMode="External"/><Relationship Id="rId5" Type="http://schemas.openxmlformats.org/officeDocument/2006/relationships/hyperlink" Target="https://www.techtarget.com/what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" y="0"/>
            <a:ext cx="9144000" cy="279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Sistemas de </a:t>
            </a:r>
            <a:r>
              <a:rPr b="1" lang="pt-BR"/>
              <a:t>arquivos</a:t>
            </a:r>
            <a:r>
              <a:rPr b="1" lang="pt-BR"/>
              <a:t> FAT32 e exFAT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2834125"/>
            <a:ext cx="9144000" cy="23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Marco Antonio Nitsche e Vinicius Schmitz Martins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Sistemas Operacionais - 2025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Introdução</a:t>
            </a:r>
            <a:endParaRPr b="1" sz="30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Estrutura usada para organizar e armazenar dados em dispositivos de memória;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Controla como arquivos são gravados, lidos e gerenciados no armazenamento;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Exemplos: FAT8, FAT12, exFAT, NTFS, ext4, APFS, etc.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FAT - File Alocation Table </a:t>
            </a:r>
            <a:endParaRPr b="1" sz="30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Antigo, simples, ainda em uso</a:t>
            </a:r>
            <a:r>
              <a:rPr b="1" lang="pt-BR" sz="2200">
                <a:solidFill>
                  <a:schemeClr val="dk1"/>
                </a:solidFill>
              </a:rPr>
              <a:t>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</a:t>
            </a:r>
            <a:r>
              <a:rPr b="1" lang="pt-BR" sz="2200">
                <a:solidFill>
                  <a:schemeClr val="dk1"/>
                </a:solidFill>
              </a:rPr>
              <a:t>Desenvolvida pela Microsoft no final dos anos 1970 para o MS-DOS;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Sistema leve, rápido e compatível com diversos sistemas e dispositivos.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FAT - Como funciona </a:t>
            </a:r>
            <a:endParaRPr b="1" sz="30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Armazena uma tabela que funciona como um “mapa” do dispositivo, indicando onde cada arquivo está gravado;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Cada arquivo é dividido em blocos (clusters), e a tabela FAT rastreia a sequência desses blocos, facilitando a leitura e gravação.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FAT16 - a segunda geração</a:t>
            </a:r>
            <a:endParaRPr b="1" sz="300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Introduzido pela Microsoft nos anos 1980 junto com o MS-DOS, usando 16 bits para endereçar clusters;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Suporta partições de até 2 GB, sendo simples, confiável e amplamente compatível com diversos sistemas;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Ainda presente em disquetes, cartões SD antigos e equipamentos embarcados, apesar de suas limitações de tamanho.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FAT32 - a evolução popular</a:t>
            </a:r>
            <a:endParaRPr b="1" sz="30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Introduzido em 1996 com o Windows 95 OSR2, usando 32 bits para endereçar clusters e suportar volumes maiores;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Permite partições de até 2 TB e arquivos de até 4 GB, com ampla compatibilidade entre Windows, macOS, Linux e consoles;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Muito usado em pendrives, cartões SD e câmeras, mas limitado para arquivos grandes (acima de 4 GB).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Uso do FAT32 em Pendrives e Cartões SD</a:t>
            </a:r>
            <a:endParaRPr b="1" sz="30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Padrão de formatação universal;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Desempenho e confiabilidade;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Limitações técnicas;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Substituição gradual pelo exFAT.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/>
              <a:t>exFAT</a:t>
            </a:r>
            <a:endParaRPr b="1" sz="32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Desenvolvido pela Microsoft em 2006;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Criado para memórias flash (pendrives, cartões SDXC e SSDs portáteis);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Elimina as limitações do FAT32, especialmente quanto ao tamanho máximo de arquivos e volumes.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/>
              <a:t>exFAT</a:t>
            </a:r>
            <a:endParaRPr b="1" sz="3200"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</a:t>
            </a:r>
            <a:r>
              <a:rPr b="1" lang="pt-BR" sz="2200">
                <a:solidFill>
                  <a:schemeClr val="dk1"/>
                </a:solidFill>
              </a:rPr>
              <a:t>Suporta arquivos e partições de até 16 exabytes (EB);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</a:t>
            </a:r>
            <a:r>
              <a:rPr b="1" lang="pt-BR" sz="2200">
                <a:solidFill>
                  <a:schemeClr val="dk1"/>
                </a:solidFill>
              </a:rPr>
              <a:t>Mais eficiente no uso de espaço e velocidade de acesso em dispositivos modernos;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- </a:t>
            </a:r>
            <a:r>
              <a:rPr b="1" lang="pt-BR" sz="2200">
                <a:solidFill>
                  <a:schemeClr val="dk1"/>
                </a:solidFill>
              </a:rPr>
              <a:t>Compatível com Windows, macOS e Linux (com suporte adicional).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0" y="0"/>
            <a:ext cx="3227100" cy="10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/>
              <a:t>Diferenças</a:t>
            </a:r>
            <a:endParaRPr b="1" sz="3200"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0" y="1052700"/>
            <a:ext cx="32271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A principal diferença entre elas está na quantidade de bits usada para endereçar clusters, o que afeta o tamanho máximo do volume e a eficiência.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100" y="1398600"/>
            <a:ext cx="5794050" cy="318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/>
              <a:t>Onde são usados</a:t>
            </a:r>
            <a:endParaRPr b="1" sz="3200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236" y="1622229"/>
            <a:ext cx="7439550" cy="304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Referências</a:t>
            </a:r>
            <a:endParaRPr b="1" sz="3000"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Microsoft Learn. FAT and exFAT File Systems — Technical Overview. </a:t>
            </a:r>
            <a:r>
              <a:rPr b="1" lang="pt-BR" sz="2200" u="sng">
                <a:solidFill>
                  <a:schemeClr val="hlink"/>
                </a:solidFill>
                <a:hlinkClick r:id="rId3"/>
              </a:rPr>
              <a:t>https://learn.microsoft.com/en-us/windows/win32/fileio/exfat-specification</a:t>
            </a:r>
            <a:r>
              <a:rPr b="1" lang="pt-BR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SD Association. SD Memory Card File System Specifications. </a:t>
            </a:r>
            <a:r>
              <a:rPr b="1" lang="pt-BR" sz="2200" u="sng">
                <a:solidFill>
                  <a:schemeClr val="hlink"/>
                </a:solidFill>
                <a:hlinkClick r:id="rId4"/>
              </a:rPr>
              <a:t>https://www.sdcard.org</a:t>
            </a:r>
            <a:r>
              <a:rPr b="1" lang="pt-BR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0" y="0"/>
            <a:ext cx="91440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/>
              <a:t>Referências</a:t>
            </a:r>
            <a:endParaRPr b="1" sz="3000"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0" y="1017600"/>
            <a:ext cx="91440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Kingston Technology. Understanding File Systems: FAT32, exFAT and NTFS. </a:t>
            </a:r>
            <a:r>
              <a:rPr b="1" lang="pt-BR" sz="2200" u="sng">
                <a:solidFill>
                  <a:schemeClr val="hlink"/>
                </a:solidFill>
                <a:hlinkClick r:id="rId3"/>
              </a:rPr>
              <a:t>https://www.kingston.com</a:t>
            </a:r>
            <a:r>
              <a:rPr b="1" lang="pt-BR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Western Digital. FAT32 vs exFAT vs NTFS: Which Format is Best? </a:t>
            </a:r>
            <a:r>
              <a:rPr b="1" lang="pt-BR" sz="2200" u="sng">
                <a:solidFill>
                  <a:schemeClr val="hlink"/>
                </a:solidFill>
                <a:hlinkClick r:id="rId4"/>
              </a:rPr>
              <a:t>https://www.westerndigital.com</a:t>
            </a:r>
            <a:r>
              <a:rPr b="1" lang="pt-BR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</a:rPr>
              <a:t>TechTarget. What is exFAT (Extended File Allocation Table)? </a:t>
            </a:r>
            <a:r>
              <a:rPr b="1" lang="pt-BR" sz="2200" u="sng">
                <a:solidFill>
                  <a:schemeClr val="hlink"/>
                </a:solidFill>
                <a:hlinkClick r:id="rId5"/>
              </a:rPr>
              <a:t>https://www.techtarget.com/whatis</a:t>
            </a:r>
            <a:r>
              <a:rPr b="1" lang="pt-BR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